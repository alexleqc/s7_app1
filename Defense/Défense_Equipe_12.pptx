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91277A-295B-421F-9F3D-D301088A7931}" v="39" dt="2026-01-25T15:10:14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Guérard" userId="a462f36d-9f2d-47f3-9698-bbe82ca34092" providerId="ADAL" clId="{3ED0E730-8621-4DB1-9A90-250D8258627D}"/>
    <pc:docChg chg="custSel addSld delSld modSld sldOrd modMainMaster">
      <pc:chgData name="Alexis Guérard" userId="a462f36d-9f2d-47f3-9698-bbe82ca34092" providerId="ADAL" clId="{3ED0E730-8621-4DB1-9A90-250D8258627D}" dt="2026-01-25T17:01:06.209" v="522" actId="33524"/>
      <pc:docMkLst>
        <pc:docMk/>
      </pc:docMkLst>
      <pc:sldChg chg="modSp new del mod">
        <pc:chgData name="Alexis Guérard" userId="a462f36d-9f2d-47f3-9698-bbe82ca34092" providerId="ADAL" clId="{3ED0E730-8621-4DB1-9A90-250D8258627D}" dt="2026-01-25T15:03:56.297" v="274" actId="47"/>
        <pc:sldMkLst>
          <pc:docMk/>
          <pc:sldMk cId="868673457" sldId="256"/>
        </pc:sldMkLst>
        <pc:spChg chg="mod">
          <ac:chgData name="Alexis Guérard" userId="a462f36d-9f2d-47f3-9698-bbe82ca34092" providerId="ADAL" clId="{3ED0E730-8621-4DB1-9A90-250D8258627D}" dt="2026-01-25T14:45:02.782" v="8"/>
          <ac:spMkLst>
            <pc:docMk/>
            <pc:sldMk cId="868673457" sldId="256"/>
            <ac:spMk id="2" creationId="{B1BAD1CD-215F-8F00-A575-16F6E23D51C4}"/>
          </ac:spMkLst>
        </pc:spChg>
        <pc:spChg chg="mod">
          <ac:chgData name="Alexis Guérard" userId="a462f36d-9f2d-47f3-9698-bbe82ca34092" providerId="ADAL" clId="{3ED0E730-8621-4DB1-9A90-250D8258627D}" dt="2026-01-25T14:45:02.782" v="8"/>
          <ac:spMkLst>
            <pc:docMk/>
            <pc:sldMk cId="868673457" sldId="256"/>
            <ac:spMk id="3" creationId="{0D04EA13-7B6A-4B90-81D0-B919E0D3AF28}"/>
          </ac:spMkLst>
        </pc:spChg>
        <pc:spChg chg="mod">
          <ac:chgData name="Alexis Guérard" userId="a462f36d-9f2d-47f3-9698-bbe82ca34092" providerId="ADAL" clId="{3ED0E730-8621-4DB1-9A90-250D8258627D}" dt="2026-01-25T15:01:00.557" v="50" actId="6549"/>
          <ac:spMkLst>
            <pc:docMk/>
            <pc:sldMk cId="868673457" sldId="256"/>
            <ac:spMk id="5" creationId="{C09F7E24-0A6F-BA6A-787F-2ADED664D1CD}"/>
          </ac:spMkLst>
        </pc:spChg>
      </pc:sldChg>
      <pc:sldChg chg="addSp modSp new mod ord">
        <pc:chgData name="Alexis Guérard" userId="a462f36d-9f2d-47f3-9698-bbe82ca34092" providerId="ADAL" clId="{3ED0E730-8621-4DB1-9A90-250D8258627D}" dt="2026-01-25T15:03:42.471" v="273" actId="1076"/>
        <pc:sldMkLst>
          <pc:docMk/>
          <pc:sldMk cId="241055227" sldId="257"/>
        </pc:sldMkLst>
        <pc:spChg chg="mod">
          <ac:chgData name="Alexis Guérard" userId="a462f36d-9f2d-47f3-9698-bbe82ca34092" providerId="ADAL" clId="{3ED0E730-8621-4DB1-9A90-250D8258627D}" dt="2026-01-25T15:01:49.597" v="71" actId="20577"/>
          <ac:spMkLst>
            <pc:docMk/>
            <pc:sldMk cId="241055227" sldId="257"/>
            <ac:spMk id="2" creationId="{18E0D840-D026-A264-06C4-CA3D299323FC}"/>
          </ac:spMkLst>
        </pc:spChg>
        <pc:spChg chg="mod">
          <ac:chgData name="Alexis Guérard" userId="a462f36d-9f2d-47f3-9698-bbe82ca34092" providerId="ADAL" clId="{3ED0E730-8621-4DB1-9A90-250D8258627D}" dt="2026-01-25T15:03:42.471" v="273" actId="1076"/>
          <ac:spMkLst>
            <pc:docMk/>
            <pc:sldMk cId="241055227" sldId="257"/>
            <ac:spMk id="3" creationId="{0988953F-1F0F-A002-B486-8ADBCBB13463}"/>
          </ac:spMkLst>
        </pc:spChg>
        <pc:spChg chg="add mod">
          <ac:chgData name="Alexis Guérard" userId="a462f36d-9f2d-47f3-9698-bbe82ca34092" providerId="ADAL" clId="{3ED0E730-8621-4DB1-9A90-250D8258627D}" dt="2026-01-25T15:03:33.758" v="270" actId="1076"/>
          <ac:spMkLst>
            <pc:docMk/>
            <pc:sldMk cId="241055227" sldId="257"/>
            <ac:spMk id="4" creationId="{EB3D0D88-B81E-27DA-0D85-5BEF19C4BE65}"/>
          </ac:spMkLst>
        </pc:spChg>
      </pc:sldChg>
      <pc:sldChg chg="new del">
        <pc:chgData name="Alexis Guérard" userId="a462f36d-9f2d-47f3-9698-bbe82ca34092" providerId="ADAL" clId="{3ED0E730-8621-4DB1-9A90-250D8258627D}" dt="2026-01-25T15:04:40.462" v="276" actId="47"/>
        <pc:sldMkLst>
          <pc:docMk/>
          <pc:sldMk cId="435282492" sldId="258"/>
        </pc:sldMkLst>
      </pc:sldChg>
      <pc:sldChg chg="modSp new mod">
        <pc:chgData name="Alexis Guérard" userId="a462f36d-9f2d-47f3-9698-bbe82ca34092" providerId="ADAL" clId="{3ED0E730-8621-4DB1-9A90-250D8258627D}" dt="2026-01-25T15:11:36.889" v="327" actId="20577"/>
        <pc:sldMkLst>
          <pc:docMk/>
          <pc:sldMk cId="1588021847" sldId="258"/>
        </pc:sldMkLst>
        <pc:spChg chg="mod">
          <ac:chgData name="Alexis Guérard" userId="a462f36d-9f2d-47f3-9698-bbe82ca34092" providerId="ADAL" clId="{3ED0E730-8621-4DB1-9A90-250D8258627D}" dt="2026-01-25T15:11:36.889" v="327" actId="20577"/>
          <ac:spMkLst>
            <pc:docMk/>
            <pc:sldMk cId="1588021847" sldId="258"/>
            <ac:spMk id="2" creationId="{F6C6BA87-6ED5-39BD-DEC5-DD3784FE7EB4}"/>
          </ac:spMkLst>
        </pc:spChg>
      </pc:sldChg>
      <pc:sldChg chg="new del">
        <pc:chgData name="Alexis Guérard" userId="a462f36d-9f2d-47f3-9698-bbe82ca34092" providerId="ADAL" clId="{3ED0E730-8621-4DB1-9A90-250D8258627D}" dt="2026-01-25T15:11:03.995" v="302" actId="47"/>
        <pc:sldMkLst>
          <pc:docMk/>
          <pc:sldMk cId="2250561832" sldId="258"/>
        </pc:sldMkLst>
      </pc:sldChg>
      <pc:sldChg chg="new del">
        <pc:chgData name="Alexis Guérard" userId="a462f36d-9f2d-47f3-9698-bbe82ca34092" providerId="ADAL" clId="{3ED0E730-8621-4DB1-9A90-250D8258627D}" dt="2026-01-25T15:11:09.915" v="304" actId="47"/>
        <pc:sldMkLst>
          <pc:docMk/>
          <pc:sldMk cId="2466050812" sldId="258"/>
        </pc:sldMkLst>
      </pc:sldChg>
      <pc:sldChg chg="modSp new mod">
        <pc:chgData name="Alexis Guérard" userId="a462f36d-9f2d-47f3-9698-bbe82ca34092" providerId="ADAL" clId="{3ED0E730-8621-4DB1-9A90-250D8258627D}" dt="2026-01-25T16:59:17.904" v="369" actId="20577"/>
        <pc:sldMkLst>
          <pc:docMk/>
          <pc:sldMk cId="816675831" sldId="259"/>
        </pc:sldMkLst>
        <pc:spChg chg="mod">
          <ac:chgData name="Alexis Guérard" userId="a462f36d-9f2d-47f3-9698-bbe82ca34092" providerId="ADAL" clId="{3ED0E730-8621-4DB1-9A90-250D8258627D}" dt="2026-01-25T16:59:17.904" v="369" actId="20577"/>
          <ac:spMkLst>
            <pc:docMk/>
            <pc:sldMk cId="816675831" sldId="259"/>
            <ac:spMk id="2" creationId="{DBFDB098-2908-4FF5-FC0B-9B97DB7F143B}"/>
          </ac:spMkLst>
        </pc:spChg>
      </pc:sldChg>
      <pc:sldChg chg="new del">
        <pc:chgData name="Alexis Guérard" userId="a462f36d-9f2d-47f3-9698-bbe82ca34092" providerId="ADAL" clId="{3ED0E730-8621-4DB1-9A90-250D8258627D}" dt="2026-01-25T15:10:31.003" v="301" actId="47"/>
        <pc:sldMkLst>
          <pc:docMk/>
          <pc:sldMk cId="3088565300" sldId="259"/>
        </pc:sldMkLst>
      </pc:sldChg>
      <pc:sldChg chg="modSp new mod">
        <pc:chgData name="Alexis Guérard" userId="a462f36d-9f2d-47f3-9698-bbe82ca34092" providerId="ADAL" clId="{3ED0E730-8621-4DB1-9A90-250D8258627D}" dt="2026-01-25T16:59:09.048" v="363" actId="20577"/>
        <pc:sldMkLst>
          <pc:docMk/>
          <pc:sldMk cId="1812395361" sldId="260"/>
        </pc:sldMkLst>
        <pc:spChg chg="mod">
          <ac:chgData name="Alexis Guérard" userId="a462f36d-9f2d-47f3-9698-bbe82ca34092" providerId="ADAL" clId="{3ED0E730-8621-4DB1-9A90-250D8258627D}" dt="2026-01-25T16:59:09.048" v="363" actId="20577"/>
          <ac:spMkLst>
            <pc:docMk/>
            <pc:sldMk cId="1812395361" sldId="260"/>
            <ac:spMk id="2" creationId="{3B4C8CD5-EF2C-A2FC-851F-703623698BC9}"/>
          </ac:spMkLst>
        </pc:spChg>
      </pc:sldChg>
      <pc:sldChg chg="modSp new mod">
        <pc:chgData name="Alexis Guérard" userId="a462f36d-9f2d-47f3-9698-bbe82ca34092" providerId="ADAL" clId="{3ED0E730-8621-4DB1-9A90-250D8258627D}" dt="2026-01-25T16:59:55.421" v="404" actId="313"/>
        <pc:sldMkLst>
          <pc:docMk/>
          <pc:sldMk cId="1585842068" sldId="261"/>
        </pc:sldMkLst>
        <pc:spChg chg="mod">
          <ac:chgData name="Alexis Guérard" userId="a462f36d-9f2d-47f3-9698-bbe82ca34092" providerId="ADAL" clId="{3ED0E730-8621-4DB1-9A90-250D8258627D}" dt="2026-01-25T16:59:55.421" v="404" actId="313"/>
          <ac:spMkLst>
            <pc:docMk/>
            <pc:sldMk cId="1585842068" sldId="261"/>
            <ac:spMk id="2" creationId="{21D9A975-90FA-782A-FA59-3B03D37F0398}"/>
          </ac:spMkLst>
        </pc:spChg>
      </pc:sldChg>
      <pc:sldChg chg="modSp new mod">
        <pc:chgData name="Alexis Guérard" userId="a462f36d-9f2d-47f3-9698-bbe82ca34092" providerId="ADAL" clId="{3ED0E730-8621-4DB1-9A90-250D8258627D}" dt="2026-01-25T17:00:08.070" v="418" actId="33524"/>
        <pc:sldMkLst>
          <pc:docMk/>
          <pc:sldMk cId="2604892534" sldId="262"/>
        </pc:sldMkLst>
        <pc:spChg chg="mod">
          <ac:chgData name="Alexis Guérard" userId="a462f36d-9f2d-47f3-9698-bbe82ca34092" providerId="ADAL" clId="{3ED0E730-8621-4DB1-9A90-250D8258627D}" dt="2026-01-25T17:00:08.070" v="418" actId="33524"/>
          <ac:spMkLst>
            <pc:docMk/>
            <pc:sldMk cId="2604892534" sldId="262"/>
            <ac:spMk id="2" creationId="{73703859-6607-3441-7D9F-637F19E66E11}"/>
          </ac:spMkLst>
        </pc:spChg>
      </pc:sldChg>
      <pc:sldChg chg="modSp new mod">
        <pc:chgData name="Alexis Guérard" userId="a462f36d-9f2d-47f3-9698-bbe82ca34092" providerId="ADAL" clId="{3ED0E730-8621-4DB1-9A90-250D8258627D}" dt="2026-01-25T17:00:14.294" v="431" actId="20577"/>
        <pc:sldMkLst>
          <pc:docMk/>
          <pc:sldMk cId="346058709" sldId="263"/>
        </pc:sldMkLst>
        <pc:spChg chg="mod">
          <ac:chgData name="Alexis Guérard" userId="a462f36d-9f2d-47f3-9698-bbe82ca34092" providerId="ADAL" clId="{3ED0E730-8621-4DB1-9A90-250D8258627D}" dt="2026-01-25T17:00:14.294" v="431" actId="20577"/>
          <ac:spMkLst>
            <pc:docMk/>
            <pc:sldMk cId="346058709" sldId="263"/>
            <ac:spMk id="2" creationId="{7A1EFDDA-0466-A773-5F66-CD6971085ACC}"/>
          </ac:spMkLst>
        </pc:spChg>
      </pc:sldChg>
      <pc:sldChg chg="modSp new mod">
        <pc:chgData name="Alexis Guérard" userId="a462f36d-9f2d-47f3-9698-bbe82ca34092" providerId="ADAL" clId="{3ED0E730-8621-4DB1-9A90-250D8258627D}" dt="2026-01-25T17:01:06.209" v="522" actId="33524"/>
        <pc:sldMkLst>
          <pc:docMk/>
          <pc:sldMk cId="4129373920" sldId="264"/>
        </pc:sldMkLst>
        <pc:spChg chg="mod">
          <ac:chgData name="Alexis Guérard" userId="a462f36d-9f2d-47f3-9698-bbe82ca34092" providerId="ADAL" clId="{3ED0E730-8621-4DB1-9A90-250D8258627D}" dt="2026-01-25T17:00:38.273" v="468" actId="20577"/>
          <ac:spMkLst>
            <pc:docMk/>
            <pc:sldMk cId="4129373920" sldId="264"/>
            <ac:spMk id="2" creationId="{ED7A2CBE-E4B9-85C4-FD38-BC234EF78679}"/>
          </ac:spMkLst>
        </pc:spChg>
        <pc:spChg chg="mod">
          <ac:chgData name="Alexis Guérard" userId="a462f36d-9f2d-47f3-9698-bbe82ca34092" providerId="ADAL" clId="{3ED0E730-8621-4DB1-9A90-250D8258627D}" dt="2026-01-25T17:01:06.209" v="522" actId="33524"/>
          <ac:spMkLst>
            <pc:docMk/>
            <pc:sldMk cId="4129373920" sldId="264"/>
            <ac:spMk id="3" creationId="{750D0957-219A-8219-6B80-95D48D76D663}"/>
          </ac:spMkLst>
        </pc:spChg>
      </pc:sldChg>
      <pc:sldChg chg="modSp new mod">
        <pc:chgData name="Alexis Guérard" userId="a462f36d-9f2d-47f3-9698-bbe82ca34092" providerId="ADAL" clId="{3ED0E730-8621-4DB1-9A90-250D8258627D}" dt="2026-01-25T17:00:45.343" v="477" actId="20577"/>
        <pc:sldMkLst>
          <pc:docMk/>
          <pc:sldMk cId="2893093991" sldId="265"/>
        </pc:sldMkLst>
        <pc:spChg chg="mod">
          <ac:chgData name="Alexis Guérard" userId="a462f36d-9f2d-47f3-9698-bbe82ca34092" providerId="ADAL" clId="{3ED0E730-8621-4DB1-9A90-250D8258627D}" dt="2026-01-25T17:00:45.343" v="477" actId="20577"/>
          <ac:spMkLst>
            <pc:docMk/>
            <pc:sldMk cId="2893093991" sldId="265"/>
            <ac:spMk id="2" creationId="{D0B66B8D-2793-43FC-354A-F641F663F96A}"/>
          </ac:spMkLst>
        </pc:spChg>
      </pc:sldChg>
      <pc:sldMasterChg chg="modSp mod delSldLayout modSldLayout sldLayoutOrd">
        <pc:chgData name="Alexis Guérard" userId="a462f36d-9f2d-47f3-9698-bbe82ca34092" providerId="ADAL" clId="{3ED0E730-8621-4DB1-9A90-250D8258627D}" dt="2026-01-25T15:10:14.955" v="299"/>
        <pc:sldMasterMkLst>
          <pc:docMk/>
          <pc:sldMasterMk cId="2121336009" sldId="2147483691"/>
        </pc:sldMasterMkLst>
        <pc:spChg chg="mod">
          <ac:chgData name="Alexis Guérard" userId="a462f36d-9f2d-47f3-9698-bbe82ca34092" providerId="ADAL" clId="{3ED0E730-8621-4DB1-9A90-250D8258627D}" dt="2026-01-25T15:08:44.076" v="280" actId="1076"/>
          <ac:spMkLst>
            <pc:docMk/>
            <pc:sldMasterMk cId="2121336009" sldId="2147483691"/>
            <ac:spMk id="2" creationId="{A4FF1E56-0853-A9FD-CC68-C74786D754D4}"/>
          </ac:spMkLst>
        </pc:spChg>
        <pc:spChg chg="mod">
          <ac:chgData name="Alexis Guérard" userId="a462f36d-9f2d-47f3-9698-bbe82ca34092" providerId="ADAL" clId="{3ED0E730-8621-4DB1-9A90-250D8258627D}" dt="2026-01-25T14:55:44.009" v="28" actId="20577"/>
          <ac:spMkLst>
            <pc:docMk/>
            <pc:sldMasterMk cId="2121336009" sldId="2147483691"/>
            <ac:spMk id="8" creationId="{136C1189-1A59-A349-8FCB-908BB977186C}"/>
          </ac:spMkLst>
        </pc:spChg>
        <pc:sldLayoutChg chg="addSp modSp mod">
          <pc:chgData name="Alexis Guérard" userId="a462f36d-9f2d-47f3-9698-bbe82ca34092" providerId="ADAL" clId="{3ED0E730-8621-4DB1-9A90-250D8258627D}" dt="2026-01-25T15:09:37.263" v="282"/>
          <pc:sldLayoutMkLst>
            <pc:docMk/>
            <pc:sldMasterMk cId="2121336009" sldId="2147483691"/>
            <pc:sldLayoutMk cId="3240971513" sldId="2147483692"/>
          </pc:sldLayoutMkLst>
          <pc:spChg chg="add mod">
            <ac:chgData name="Alexis Guérard" userId="a462f36d-9f2d-47f3-9698-bbe82ca34092" providerId="ADAL" clId="{3ED0E730-8621-4DB1-9A90-250D8258627D}" dt="2026-01-25T15:09:37.263" v="282"/>
            <ac:spMkLst>
              <pc:docMk/>
              <pc:sldMasterMk cId="2121336009" sldId="2147483691"/>
              <pc:sldLayoutMk cId="3240971513" sldId="2147483692"/>
              <ac:spMk id="2" creationId="{54299305-E593-A0FE-E5AB-44EBDC215D37}"/>
            </ac:spMkLst>
          </pc:spChg>
          <pc:spChg chg="mod">
            <ac:chgData name="Alexis Guérard" userId="a462f36d-9f2d-47f3-9698-bbe82ca34092" providerId="ADAL" clId="{3ED0E730-8621-4DB1-9A90-250D8258627D}" dt="2026-01-25T14:56:11.372" v="44" actId="20577"/>
            <ac:spMkLst>
              <pc:docMk/>
              <pc:sldMasterMk cId="2121336009" sldId="2147483691"/>
              <pc:sldLayoutMk cId="3240971513" sldId="2147483692"/>
              <ac:spMk id="11" creationId="{35995C48-D059-0343-8D52-AECC1486F82B}"/>
            </ac:spMkLst>
          </pc:spChg>
        </pc:sldLayoutChg>
        <pc:sldLayoutChg chg="addSp modSp mod">
          <pc:chgData name="Alexis Guérard" userId="a462f36d-9f2d-47f3-9698-bbe82ca34092" providerId="ADAL" clId="{3ED0E730-8621-4DB1-9A90-250D8258627D}" dt="2026-01-25T15:09:52.060" v="290" actId="1076"/>
          <pc:sldLayoutMkLst>
            <pc:docMk/>
            <pc:sldMasterMk cId="2121336009" sldId="2147483691"/>
            <pc:sldLayoutMk cId="1885915687" sldId="2147483693"/>
          </pc:sldLayoutMkLst>
          <pc:spChg chg="add mod">
            <ac:chgData name="Alexis Guérard" userId="a462f36d-9f2d-47f3-9698-bbe82ca34092" providerId="ADAL" clId="{3ED0E730-8621-4DB1-9A90-250D8258627D}" dt="2026-01-25T15:09:52.060" v="290" actId="1076"/>
            <ac:spMkLst>
              <pc:docMk/>
              <pc:sldMasterMk cId="2121336009" sldId="2147483691"/>
              <pc:sldLayoutMk cId="1885915687" sldId="2147483693"/>
              <ac:spMk id="2" creationId="{277882AC-E710-25D4-1ABA-E5B06BF46DFC}"/>
            </ac:spMkLst>
          </pc:spChg>
          <pc:spChg chg="mod">
            <ac:chgData name="Alexis Guérard" userId="a462f36d-9f2d-47f3-9698-bbe82ca34092" providerId="ADAL" clId="{3ED0E730-8621-4DB1-9A90-250D8258627D}" dt="2026-01-25T14:56:23.069" v="45"/>
            <ac:spMkLst>
              <pc:docMk/>
              <pc:sldMasterMk cId="2121336009" sldId="2147483691"/>
              <pc:sldLayoutMk cId="1885915687" sldId="2147483693"/>
              <ac:spMk id="9" creationId="{B05405C9-E569-F445-BB88-1BB9AF3A1B78}"/>
            </ac:spMkLst>
          </pc:spChg>
          <pc:picChg chg="mod">
            <ac:chgData name="Alexis Guérard" userId="a462f36d-9f2d-47f3-9698-bbe82ca34092" providerId="ADAL" clId="{3ED0E730-8621-4DB1-9A90-250D8258627D}" dt="2026-01-25T15:09:46.775" v="289" actId="1076"/>
            <ac:picMkLst>
              <pc:docMk/>
              <pc:sldMasterMk cId="2121336009" sldId="2147483691"/>
              <pc:sldLayoutMk cId="1885915687" sldId="2147483693"/>
              <ac:picMk id="3" creationId="{00000000-0000-0000-0000-000000000000}"/>
            </ac:picMkLst>
          </pc:picChg>
        </pc:sldLayoutChg>
        <pc:sldLayoutChg chg="addSp modSp">
          <pc:chgData name="Alexis Guérard" userId="a462f36d-9f2d-47f3-9698-bbe82ca34092" providerId="ADAL" clId="{3ED0E730-8621-4DB1-9A90-250D8258627D}" dt="2026-01-25T15:09:55.878" v="291"/>
          <pc:sldLayoutMkLst>
            <pc:docMk/>
            <pc:sldMasterMk cId="2121336009" sldId="2147483691"/>
            <pc:sldLayoutMk cId="3410693324" sldId="2147483694"/>
          </pc:sldLayoutMkLst>
          <pc:spChg chg="add mod">
            <ac:chgData name="Alexis Guérard" userId="a462f36d-9f2d-47f3-9698-bbe82ca34092" providerId="ADAL" clId="{3ED0E730-8621-4DB1-9A90-250D8258627D}" dt="2026-01-25T15:09:55.878" v="291"/>
            <ac:spMkLst>
              <pc:docMk/>
              <pc:sldMasterMk cId="2121336009" sldId="2147483691"/>
              <pc:sldLayoutMk cId="3410693324" sldId="2147483694"/>
              <ac:spMk id="2" creationId="{7DA208CC-D080-2D6A-9569-27B9683C30F3}"/>
            </ac:spMkLst>
          </pc:spChg>
          <pc:spChg chg="mod">
            <ac:chgData name="Alexis Guérard" userId="a462f36d-9f2d-47f3-9698-bbe82ca34092" providerId="ADAL" clId="{3ED0E730-8621-4DB1-9A90-250D8258627D}" dt="2026-01-25T14:56:25.210" v="46"/>
            <ac:spMkLst>
              <pc:docMk/>
              <pc:sldMasterMk cId="2121336009" sldId="2147483691"/>
              <pc:sldLayoutMk cId="3410693324" sldId="2147483694"/>
              <ac:spMk id="12" creationId="{C3B30B36-9CFF-DC4F-A1AE-80F0EC6DAE15}"/>
            </ac:spMkLst>
          </pc:spChg>
        </pc:sldLayoutChg>
        <pc:sldLayoutChg chg="addSp modSp">
          <pc:chgData name="Alexis Guérard" userId="a462f36d-9f2d-47f3-9698-bbe82ca34092" providerId="ADAL" clId="{3ED0E730-8621-4DB1-9A90-250D8258627D}" dt="2026-01-25T15:09:58.305" v="292"/>
          <pc:sldLayoutMkLst>
            <pc:docMk/>
            <pc:sldMasterMk cId="2121336009" sldId="2147483691"/>
            <pc:sldLayoutMk cId="2179883950" sldId="2147483695"/>
          </pc:sldLayoutMkLst>
          <pc:spChg chg="add mod">
            <ac:chgData name="Alexis Guérard" userId="a462f36d-9f2d-47f3-9698-bbe82ca34092" providerId="ADAL" clId="{3ED0E730-8621-4DB1-9A90-250D8258627D}" dt="2026-01-25T15:09:58.305" v="292"/>
            <ac:spMkLst>
              <pc:docMk/>
              <pc:sldMasterMk cId="2121336009" sldId="2147483691"/>
              <pc:sldLayoutMk cId="2179883950" sldId="2147483695"/>
              <ac:spMk id="2" creationId="{DACE118A-6CF7-803D-406B-93FA331FE819}"/>
            </ac:spMkLst>
          </pc:spChg>
          <pc:spChg chg="mod">
            <ac:chgData name="Alexis Guérard" userId="a462f36d-9f2d-47f3-9698-bbe82ca34092" providerId="ADAL" clId="{3ED0E730-8621-4DB1-9A90-250D8258627D}" dt="2026-01-25T14:56:27.249" v="47"/>
            <ac:spMkLst>
              <pc:docMk/>
              <pc:sldMasterMk cId="2121336009" sldId="2147483691"/>
              <pc:sldLayoutMk cId="2179883950" sldId="2147483695"/>
              <ac:spMk id="9" creationId="{1DEB78B2-261C-4742-B0C5-237866FB399A}"/>
            </ac:spMkLst>
          </pc:spChg>
        </pc:sldLayoutChg>
        <pc:sldLayoutChg chg="addSp modSp">
          <pc:chgData name="Alexis Guérard" userId="a462f36d-9f2d-47f3-9698-bbe82ca34092" providerId="ADAL" clId="{3ED0E730-8621-4DB1-9A90-250D8258627D}" dt="2026-01-25T15:10:01.266" v="293"/>
          <pc:sldLayoutMkLst>
            <pc:docMk/>
            <pc:sldMasterMk cId="2121336009" sldId="2147483691"/>
            <pc:sldLayoutMk cId="1840784015" sldId="2147483696"/>
          </pc:sldLayoutMkLst>
          <pc:spChg chg="add mod">
            <ac:chgData name="Alexis Guérard" userId="a462f36d-9f2d-47f3-9698-bbe82ca34092" providerId="ADAL" clId="{3ED0E730-8621-4DB1-9A90-250D8258627D}" dt="2026-01-25T15:10:01.266" v="293"/>
            <ac:spMkLst>
              <pc:docMk/>
              <pc:sldMasterMk cId="2121336009" sldId="2147483691"/>
              <pc:sldLayoutMk cId="1840784015" sldId="2147483696"/>
              <ac:spMk id="2" creationId="{2AA7759D-75D1-9D87-766C-762E9FD7D1AC}"/>
            </ac:spMkLst>
          </pc:spChg>
          <pc:spChg chg="mod">
            <ac:chgData name="Alexis Guérard" userId="a462f36d-9f2d-47f3-9698-bbe82ca34092" providerId="ADAL" clId="{3ED0E730-8621-4DB1-9A90-250D8258627D}" dt="2026-01-25T14:56:30.425" v="48"/>
            <ac:spMkLst>
              <pc:docMk/>
              <pc:sldMasterMk cId="2121336009" sldId="2147483691"/>
              <pc:sldLayoutMk cId="1840784015" sldId="2147483696"/>
              <ac:spMk id="13" creationId="{99C23E61-744B-0644-8B11-3FE08B60FED1}"/>
            </ac:spMkLst>
          </pc:spChg>
        </pc:sldLayoutChg>
        <pc:sldLayoutChg chg="addSp modSp">
          <pc:chgData name="Alexis Guérard" userId="a462f36d-9f2d-47f3-9698-bbe82ca34092" providerId="ADAL" clId="{3ED0E730-8621-4DB1-9A90-250D8258627D}" dt="2026-01-25T15:10:03.765" v="294"/>
          <pc:sldLayoutMkLst>
            <pc:docMk/>
            <pc:sldMasterMk cId="2121336009" sldId="2147483691"/>
            <pc:sldLayoutMk cId="8634359" sldId="2147483697"/>
          </pc:sldLayoutMkLst>
          <pc:spChg chg="add mod">
            <ac:chgData name="Alexis Guérard" userId="a462f36d-9f2d-47f3-9698-bbe82ca34092" providerId="ADAL" clId="{3ED0E730-8621-4DB1-9A90-250D8258627D}" dt="2026-01-25T15:10:03.765" v="294"/>
            <ac:spMkLst>
              <pc:docMk/>
              <pc:sldMasterMk cId="2121336009" sldId="2147483691"/>
              <pc:sldLayoutMk cId="8634359" sldId="2147483697"/>
              <ac:spMk id="3" creationId="{8FF94ECD-EB55-1AD9-E386-63A465A75391}"/>
            </ac:spMkLst>
          </pc:spChg>
        </pc:sldLayoutChg>
        <pc:sldLayoutChg chg="addSp modSp">
          <pc:chgData name="Alexis Guérard" userId="a462f36d-9f2d-47f3-9698-bbe82ca34092" providerId="ADAL" clId="{3ED0E730-8621-4DB1-9A90-250D8258627D}" dt="2026-01-25T15:10:07.630" v="295"/>
          <pc:sldLayoutMkLst>
            <pc:docMk/>
            <pc:sldMasterMk cId="2121336009" sldId="2147483691"/>
            <pc:sldLayoutMk cId="684283910" sldId="2147483700"/>
          </pc:sldLayoutMkLst>
          <pc:spChg chg="add mod">
            <ac:chgData name="Alexis Guérard" userId="a462f36d-9f2d-47f3-9698-bbe82ca34092" providerId="ADAL" clId="{3ED0E730-8621-4DB1-9A90-250D8258627D}" dt="2026-01-25T15:10:07.630" v="295"/>
            <ac:spMkLst>
              <pc:docMk/>
              <pc:sldMasterMk cId="2121336009" sldId="2147483691"/>
              <pc:sldLayoutMk cId="684283910" sldId="2147483700"/>
              <ac:spMk id="2" creationId="{E005B221-D236-5474-1F10-EE21AAC3DC57}"/>
            </ac:spMkLst>
          </pc:spChg>
        </pc:sldLayoutChg>
        <pc:sldLayoutChg chg="addSp modSp">
          <pc:chgData name="Alexis Guérard" userId="a462f36d-9f2d-47f3-9698-bbe82ca34092" providerId="ADAL" clId="{3ED0E730-8621-4DB1-9A90-250D8258627D}" dt="2026-01-25T15:10:09.865" v="296"/>
          <pc:sldLayoutMkLst>
            <pc:docMk/>
            <pc:sldMasterMk cId="2121336009" sldId="2147483691"/>
            <pc:sldLayoutMk cId="1229036006" sldId="2147483701"/>
          </pc:sldLayoutMkLst>
          <pc:spChg chg="add mod">
            <ac:chgData name="Alexis Guérard" userId="a462f36d-9f2d-47f3-9698-bbe82ca34092" providerId="ADAL" clId="{3ED0E730-8621-4DB1-9A90-250D8258627D}" dt="2026-01-25T15:10:09.865" v="296"/>
            <ac:spMkLst>
              <pc:docMk/>
              <pc:sldMasterMk cId="2121336009" sldId="2147483691"/>
              <pc:sldLayoutMk cId="1229036006" sldId="2147483701"/>
              <ac:spMk id="3" creationId="{B11ED993-16A9-5127-6CCB-328D0C8E0A4F}"/>
            </ac:spMkLst>
          </pc:spChg>
        </pc:sldLayoutChg>
        <pc:sldLayoutChg chg="addSp modSp">
          <pc:chgData name="Alexis Guérard" userId="a462f36d-9f2d-47f3-9698-bbe82ca34092" providerId="ADAL" clId="{3ED0E730-8621-4DB1-9A90-250D8258627D}" dt="2026-01-25T15:10:11.582" v="297"/>
          <pc:sldLayoutMkLst>
            <pc:docMk/>
            <pc:sldMasterMk cId="2121336009" sldId="2147483691"/>
            <pc:sldLayoutMk cId="3662936385" sldId="2147483702"/>
          </pc:sldLayoutMkLst>
          <pc:spChg chg="add mod">
            <ac:chgData name="Alexis Guérard" userId="a462f36d-9f2d-47f3-9698-bbe82ca34092" providerId="ADAL" clId="{3ED0E730-8621-4DB1-9A90-250D8258627D}" dt="2026-01-25T15:10:11.582" v="297"/>
            <ac:spMkLst>
              <pc:docMk/>
              <pc:sldMasterMk cId="2121336009" sldId="2147483691"/>
              <pc:sldLayoutMk cId="3662936385" sldId="2147483702"/>
              <ac:spMk id="3" creationId="{AA239B4C-3F8E-FB2C-4A7C-A615B87A8102}"/>
            </ac:spMkLst>
          </pc:spChg>
        </pc:sldLayoutChg>
        <pc:sldLayoutChg chg="addSp modSp ord">
          <pc:chgData name="Alexis Guérard" userId="a462f36d-9f2d-47f3-9698-bbe82ca34092" providerId="ADAL" clId="{3ED0E730-8621-4DB1-9A90-250D8258627D}" dt="2026-01-25T15:10:13.185" v="298"/>
          <pc:sldLayoutMkLst>
            <pc:docMk/>
            <pc:sldMasterMk cId="2121336009" sldId="2147483691"/>
            <pc:sldLayoutMk cId="962096147" sldId="2147483703"/>
          </pc:sldLayoutMkLst>
          <pc:spChg chg="add mod">
            <ac:chgData name="Alexis Guérard" userId="a462f36d-9f2d-47f3-9698-bbe82ca34092" providerId="ADAL" clId="{3ED0E730-8621-4DB1-9A90-250D8258627D}" dt="2026-01-25T15:10:13.185" v="298"/>
            <ac:spMkLst>
              <pc:docMk/>
              <pc:sldMasterMk cId="2121336009" sldId="2147483691"/>
              <pc:sldLayoutMk cId="962096147" sldId="2147483703"/>
              <ac:spMk id="3" creationId="{3DA7FFBD-5531-7721-5DA6-16CE07893A2C}"/>
            </ac:spMkLst>
          </pc:spChg>
        </pc:sldLayoutChg>
        <pc:sldLayoutChg chg="addSp modSp">
          <pc:chgData name="Alexis Guérard" userId="a462f36d-9f2d-47f3-9698-bbe82ca34092" providerId="ADAL" clId="{3ED0E730-8621-4DB1-9A90-250D8258627D}" dt="2026-01-25T15:10:14.955" v="299"/>
          <pc:sldLayoutMkLst>
            <pc:docMk/>
            <pc:sldMasterMk cId="2121336009" sldId="2147483691"/>
            <pc:sldLayoutMk cId="2795851351" sldId="2147483704"/>
          </pc:sldLayoutMkLst>
          <pc:spChg chg="add mod">
            <ac:chgData name="Alexis Guérard" userId="a462f36d-9f2d-47f3-9698-bbe82ca34092" providerId="ADAL" clId="{3ED0E730-8621-4DB1-9A90-250D8258627D}" dt="2026-01-25T15:10:14.955" v="299"/>
            <ac:spMkLst>
              <pc:docMk/>
              <pc:sldMasterMk cId="2121336009" sldId="2147483691"/>
              <pc:sldLayoutMk cId="2795851351" sldId="2147483704"/>
              <ac:spMk id="3" creationId="{D1738814-F37C-7DE1-8AB1-1C624AA6AF4C}"/>
            </ac:spMkLst>
          </pc:spChg>
        </pc:sldLayoutChg>
        <pc:sldLayoutChg chg="modSp del">
          <pc:chgData name="Alexis Guérard" userId="a462f36d-9f2d-47f3-9698-bbe82ca34092" providerId="ADAL" clId="{3ED0E730-8621-4DB1-9A90-250D8258627D}" dt="2026-01-25T15:03:56.297" v="274" actId="47"/>
          <pc:sldLayoutMkLst>
            <pc:docMk/>
            <pc:sldMasterMk cId="2121336009" sldId="2147483691"/>
            <pc:sldLayoutMk cId="3436961552" sldId="2147483705"/>
          </pc:sldLayoutMkLst>
          <pc:spChg chg="mod">
            <ac:chgData name="Alexis Guérard" userId="a462f36d-9f2d-47f3-9698-bbe82ca34092" providerId="ADAL" clId="{3ED0E730-8621-4DB1-9A90-250D8258627D}" dt="2026-01-25T15:00:02.453" v="49" actId="20578"/>
            <ac:spMkLst>
              <pc:docMk/>
              <pc:sldMasterMk cId="2121336009" sldId="2147483691"/>
              <pc:sldLayoutMk cId="3436961552" sldId="2147483705"/>
              <ac:spMk id="5" creationId="{FA342DB9-428B-2DFE-5AD7-A30C1DE1F2C8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BC590A-9562-4AD9-A3BF-7FE17078030D}" type="datetimeFigureOut">
              <a:rPr lang="fr-CA" smtClean="0"/>
              <a:t>2026-01-25</a:t>
            </a:fld>
            <a:endParaRPr lang="fr-CA"/>
          </a:p>
        </p:txBody>
      </p:sp>
      <p:sp>
        <p:nvSpPr>
          <p:cNvPr id="4" name="Espace réservé de l'image de diapositiv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163612-0B4A-4F97-A0C6-CF2AEB2E44F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809641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T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256E720D-9D2F-F946-A19F-24FF2DD1F9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672064" y="1196752"/>
            <a:ext cx="5088565" cy="2520280"/>
          </a:xfrm>
        </p:spPr>
        <p:txBody>
          <a:bodyPr/>
          <a:lstStyle>
            <a:lvl1pPr algn="l">
              <a:defRPr sz="5333" b="1" i="0">
                <a:solidFill>
                  <a:srgbClr val="FFFFFF"/>
                </a:solidFill>
                <a:latin typeface="Arial Narrow"/>
                <a:cs typeface="Arial Narrow"/>
              </a:defRPr>
            </a:lvl1pPr>
          </a:lstStyle>
          <a:p>
            <a:pPr lvl="0"/>
            <a:r>
              <a:rPr lang="fr-CA" noProof="0"/>
              <a:t>Modifier le style du titre</a:t>
            </a:r>
            <a:endParaRPr lang="fr-FR" noProof="0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0"/>
          </p:nvPr>
        </p:nvSpPr>
        <p:spPr>
          <a:xfrm>
            <a:off x="6672625" y="4389107"/>
            <a:ext cx="5088004" cy="1344149"/>
          </a:xfrm>
        </p:spPr>
        <p:txBody>
          <a:bodyPr/>
          <a:lstStyle>
            <a:lvl1pPr marL="0" indent="0">
              <a:spcBef>
                <a:spcPts val="667"/>
              </a:spcBef>
              <a:buFontTx/>
              <a:buNone/>
              <a:defRPr sz="240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304784" indent="0">
              <a:buFontTx/>
              <a:buNone/>
              <a:defRPr>
                <a:solidFill>
                  <a:srgbClr val="FFFFFF"/>
                </a:solidFill>
              </a:defRPr>
            </a:lvl2pPr>
            <a:lvl3pPr marL="670950" indent="0">
              <a:buFontTx/>
              <a:buNone/>
              <a:defRPr>
                <a:solidFill>
                  <a:srgbClr val="FFFFFF"/>
                </a:solidFill>
              </a:defRPr>
            </a:lvl3pPr>
            <a:lvl4pPr marL="952452" indent="0">
              <a:buFontTx/>
              <a:buNone/>
              <a:defRPr>
                <a:solidFill>
                  <a:srgbClr val="FFFFFF"/>
                </a:solidFill>
              </a:defRPr>
            </a:lvl4pPr>
            <a:lvl5pPr marL="1257237" indent="0">
              <a:buFontTx/>
              <a:buNone/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5995C48-D059-0343-8D52-AECC1486F82B}"/>
              </a:ext>
            </a:extLst>
          </p:cNvPr>
          <p:cNvSpPr txBox="1"/>
          <p:nvPr/>
        </p:nvSpPr>
        <p:spPr>
          <a:xfrm>
            <a:off x="3201499" y="6339063"/>
            <a:ext cx="4896115" cy="312843"/>
          </a:xfrm>
          <a:prstGeom prst="rect">
            <a:avLst/>
          </a:prstGeom>
          <a:noFill/>
        </p:spPr>
        <p:txBody>
          <a:bodyPr wrap="square" lIns="0" rIns="0" bIns="0" rtlCol="0" anchor="b" anchorCtr="0">
            <a:spAutoFit/>
          </a:bodyPr>
          <a:lstStyle/>
          <a:p>
            <a:pPr algn="l"/>
            <a:r>
              <a:rPr lang="fr-FR" sz="1733" dirty="0">
                <a:solidFill>
                  <a:schemeClr val="bg2"/>
                </a:solidFill>
                <a:latin typeface="Arial Narrow" charset="0"/>
                <a:ea typeface="Arial Narrow" charset="0"/>
                <a:cs typeface="Arial Narrow" charset="0"/>
              </a:rPr>
              <a:t>GEI890-GEI895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3EECB73-2307-1D42-9A9F-74088CB831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24459" y="6210249"/>
            <a:ext cx="1760757" cy="404473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299305-E593-A0FE-E5AB-44EBDC215D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24097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T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5"/>
          <p:cNvPicPr>
            <a:picLocks noChangeAspect="1"/>
          </p:cNvPicPr>
          <p:nvPr/>
        </p:nvPicPr>
        <p:blipFill>
          <a:blip r:embed="rId2"/>
          <a:srcRect/>
          <a:stretch/>
        </p:blipFill>
        <p:spPr bwMode="auto">
          <a:xfrm>
            <a:off x="0" y="2032"/>
            <a:ext cx="12188387" cy="6855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27382" y="644691"/>
            <a:ext cx="7680852" cy="1944216"/>
          </a:xfrm>
        </p:spPr>
        <p:txBody>
          <a:bodyPr/>
          <a:lstStyle>
            <a:lvl1pPr algn="l">
              <a:defRPr sz="5333" b="1" i="0">
                <a:solidFill>
                  <a:srgbClr val="FFFFFF"/>
                </a:solidFill>
                <a:latin typeface="Arial Narrow"/>
                <a:cs typeface="Arial Narrow"/>
              </a:defRPr>
            </a:lvl1pPr>
          </a:lstStyle>
          <a:p>
            <a:pPr lvl="0"/>
            <a:r>
              <a:rPr lang="fr-CA" noProof="0"/>
              <a:t>Modifier le style du titre</a:t>
            </a:r>
            <a:endParaRPr lang="fr-FR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528170" y="3429000"/>
            <a:ext cx="4895327" cy="2112235"/>
          </a:xfrm>
        </p:spPr>
        <p:txBody>
          <a:bodyPr/>
          <a:lstStyle>
            <a:lvl1pPr marL="0" indent="0">
              <a:spcBef>
                <a:spcPts val="667"/>
              </a:spcBef>
              <a:buNone/>
              <a:defRPr sz="240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defRPr>
            </a:lvl1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973A9C0-62B2-0F4C-9A64-D5CC63983E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24459" y="6210248"/>
            <a:ext cx="1760757" cy="40447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05405C9-E569-F445-BB88-1BB9AF3A1B78}"/>
              </a:ext>
            </a:extLst>
          </p:cNvPr>
          <p:cNvSpPr txBox="1"/>
          <p:nvPr/>
        </p:nvSpPr>
        <p:spPr>
          <a:xfrm>
            <a:off x="527381" y="6339063"/>
            <a:ext cx="4608083" cy="312843"/>
          </a:xfrm>
          <a:prstGeom prst="rect">
            <a:avLst/>
          </a:prstGeom>
          <a:noFill/>
        </p:spPr>
        <p:txBody>
          <a:bodyPr wrap="square" lIns="0" rIns="0" bIns="0" rtlCol="0" anchor="b" anchorCtr="0">
            <a:spAutoFit/>
          </a:bodyPr>
          <a:lstStyle/>
          <a:p>
            <a:pPr algn="l"/>
            <a:r>
              <a:rPr lang="fr-FR" sz="1733" dirty="0">
                <a:solidFill>
                  <a:schemeClr val="bg2"/>
                </a:solidFill>
                <a:latin typeface="Arial Narrow" charset="0"/>
                <a:ea typeface="Arial Narrow" charset="0"/>
                <a:cs typeface="Arial Narrow" charset="0"/>
              </a:rPr>
              <a:t>GEI890-GEI895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77882AC-E710-25D4-1ABA-E5B06BF46DF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927938" y="6322750"/>
            <a:ext cx="618224" cy="337782"/>
          </a:xfrm>
        </p:spPr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85915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Tit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5"/>
          <p:cNvPicPr>
            <a:picLocks noChangeAspect="1"/>
          </p:cNvPicPr>
          <p:nvPr/>
        </p:nvPicPr>
        <p:blipFill>
          <a:blip r:embed="rId2"/>
          <a:srcRect/>
          <a:stretch/>
        </p:blipFill>
        <p:spPr bwMode="auto">
          <a:xfrm>
            <a:off x="1806" y="0"/>
            <a:ext cx="12188385" cy="5973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384032" y="260648"/>
            <a:ext cx="2496277" cy="1944216"/>
          </a:xfrm>
        </p:spPr>
        <p:txBody>
          <a:bodyPr/>
          <a:lstStyle>
            <a:lvl1pPr algn="l">
              <a:defRPr sz="3867" b="1" i="0">
                <a:solidFill>
                  <a:schemeClr val="tx2"/>
                </a:solidFill>
                <a:latin typeface="Arial Narrow"/>
                <a:cs typeface="Arial Narrow"/>
              </a:defRPr>
            </a:lvl1pPr>
          </a:lstStyle>
          <a:p>
            <a:pPr lvl="0"/>
            <a:r>
              <a:rPr lang="fr-CA" noProof="0"/>
              <a:t>Modifier le style du titre</a:t>
            </a:r>
            <a:endParaRPr lang="fr-FR" noProof="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384034" y="2104643"/>
            <a:ext cx="2659157" cy="844304"/>
          </a:xfrm>
        </p:spPr>
        <p:txBody>
          <a:bodyPr/>
          <a:lstStyle>
            <a:lvl1pPr marL="0" indent="0">
              <a:spcBef>
                <a:spcPts val="667"/>
              </a:spcBef>
              <a:buNone/>
              <a:defRPr sz="2400">
                <a:solidFill>
                  <a:schemeClr val="accent1"/>
                </a:solidFill>
                <a:latin typeface="Arial Narrow" charset="0"/>
                <a:ea typeface="Arial Narrow" charset="0"/>
                <a:cs typeface="Arial Narrow" charset="0"/>
              </a:defRPr>
            </a:lvl1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3B30B36-9CFF-DC4F-A1AE-80F0EC6DAE15}"/>
              </a:ext>
            </a:extLst>
          </p:cNvPr>
          <p:cNvSpPr txBox="1"/>
          <p:nvPr/>
        </p:nvSpPr>
        <p:spPr>
          <a:xfrm>
            <a:off x="239349" y="6339063"/>
            <a:ext cx="4896115" cy="312843"/>
          </a:xfrm>
          <a:prstGeom prst="rect">
            <a:avLst/>
          </a:prstGeom>
          <a:noFill/>
        </p:spPr>
        <p:txBody>
          <a:bodyPr wrap="square" lIns="0" rIns="0" bIns="0" rtlCol="0" anchor="b" anchorCtr="0">
            <a:spAutoFit/>
          </a:bodyPr>
          <a:lstStyle/>
          <a:p>
            <a:pPr algn="l"/>
            <a:r>
              <a:rPr lang="fr-FR" sz="1733" dirty="0">
                <a:solidFill>
                  <a:schemeClr val="bg2"/>
                </a:solidFill>
                <a:latin typeface="Arial Narrow" charset="0"/>
                <a:ea typeface="Arial Narrow" charset="0"/>
                <a:cs typeface="Arial Narrow" charset="0"/>
              </a:rPr>
              <a:t>GEI890-GEI895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DA208CC-D080-2D6A-9569-27B9683C30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10693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Tit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64B5F9D-4995-D744-8E89-0E8851C4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0"/>
            <a:ext cx="12192001" cy="5975349"/>
          </a:xfrm>
          <a:prstGeom prst="rect">
            <a:avLst/>
          </a:prstGeom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351584" y="1196752"/>
            <a:ext cx="6912768" cy="1272141"/>
          </a:xfrm>
        </p:spPr>
        <p:txBody>
          <a:bodyPr/>
          <a:lstStyle>
            <a:lvl1pPr algn="l">
              <a:defRPr sz="5333" b="1" i="0">
                <a:solidFill>
                  <a:srgbClr val="FFFFFF"/>
                </a:solidFill>
                <a:latin typeface="Arial Narrow"/>
                <a:cs typeface="Arial Narrow"/>
              </a:defRPr>
            </a:lvl1pPr>
          </a:lstStyle>
          <a:p>
            <a:pPr lvl="0"/>
            <a:r>
              <a:rPr lang="fr-CA" noProof="0"/>
              <a:t>Modifier le style du titre</a:t>
            </a:r>
            <a:endParaRPr lang="fr-FR" noProof="0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>
          <a:xfrm>
            <a:off x="2351124" y="3140968"/>
            <a:ext cx="6912795" cy="2340037"/>
          </a:xfrm>
        </p:spPr>
        <p:txBody>
          <a:bodyPr/>
          <a:lstStyle>
            <a:lvl1pPr marL="0" indent="0">
              <a:spcBef>
                <a:spcPts val="667"/>
              </a:spcBef>
              <a:buNone/>
              <a:defRPr sz="240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defRPr>
            </a:lvl1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DEB78B2-261C-4742-B0C5-237866FB399A}"/>
              </a:ext>
            </a:extLst>
          </p:cNvPr>
          <p:cNvSpPr txBox="1"/>
          <p:nvPr/>
        </p:nvSpPr>
        <p:spPr>
          <a:xfrm>
            <a:off x="239349" y="6339063"/>
            <a:ext cx="4896115" cy="312843"/>
          </a:xfrm>
          <a:prstGeom prst="rect">
            <a:avLst/>
          </a:prstGeom>
          <a:noFill/>
        </p:spPr>
        <p:txBody>
          <a:bodyPr wrap="square" lIns="0" rIns="0" bIns="0" rtlCol="0" anchor="b" anchorCtr="0">
            <a:spAutoFit/>
          </a:bodyPr>
          <a:lstStyle/>
          <a:p>
            <a:pPr algn="l"/>
            <a:r>
              <a:rPr lang="fr-FR" sz="1733" dirty="0">
                <a:solidFill>
                  <a:schemeClr val="bg2"/>
                </a:solidFill>
                <a:latin typeface="Arial Narrow" charset="0"/>
                <a:ea typeface="Arial Narrow" charset="0"/>
                <a:cs typeface="Arial Narrow" charset="0"/>
              </a:rPr>
              <a:t>GEI890-GEI895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DACE118A-6CF7-803D-406B-93FA331FE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79883950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Tit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64B5F9D-4995-D744-8E89-0E8851C4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" y="0"/>
            <a:ext cx="12191997" cy="5975349"/>
          </a:xfrm>
          <a:prstGeom prst="rect">
            <a:avLst/>
          </a:prstGeom>
        </p:spPr>
      </p:pic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35962" y="764123"/>
            <a:ext cx="9724668" cy="1080120"/>
          </a:xfrm>
        </p:spPr>
        <p:txBody>
          <a:bodyPr/>
          <a:lstStyle>
            <a:lvl1pPr algn="l">
              <a:defRPr sz="5333" b="1" i="0">
                <a:solidFill>
                  <a:srgbClr val="FFFFFF"/>
                </a:solidFill>
                <a:latin typeface="Arial Narrow"/>
                <a:cs typeface="Arial Narrow"/>
              </a:defRPr>
            </a:lvl1pPr>
          </a:lstStyle>
          <a:p>
            <a:pPr lvl="0"/>
            <a:r>
              <a:rPr lang="fr-CA" noProof="0"/>
              <a:t>Modifier le style du titre</a:t>
            </a:r>
            <a:endParaRPr lang="fr-FR" noProof="0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>
          <a:xfrm>
            <a:off x="2035502" y="1952715"/>
            <a:ext cx="9724705" cy="720725"/>
          </a:xfrm>
        </p:spPr>
        <p:txBody>
          <a:bodyPr/>
          <a:lstStyle>
            <a:lvl1pPr marL="0" indent="0">
              <a:spcBef>
                <a:spcPts val="667"/>
              </a:spcBef>
              <a:buNone/>
              <a:defRPr sz="240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defRPr>
            </a:lvl1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35360" y="6021288"/>
            <a:ext cx="2304256" cy="579518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algn="l"/>
            <a: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NOM DE</a:t>
            </a:r>
            <a:b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</a:br>
            <a: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LA FACULTÉ</a:t>
            </a:r>
          </a:p>
        </p:txBody>
      </p:sp>
      <p:sp>
        <p:nvSpPr>
          <p:cNvPr id="8" name="Espace réservé de l’image 15">
            <a:extLst>
              <a:ext uri="{FF2B5EF4-FFF2-40B4-BE49-F238E27FC236}">
                <a16:creationId xmlns:a16="http://schemas.microsoft.com/office/drawing/2014/main" id="{71D2EFEB-EA39-B045-A2BA-B943889671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61" y="4428935"/>
            <a:ext cx="1779364" cy="1546415"/>
          </a:xfrm>
          <a:noFill/>
        </p:spPr>
        <p:txBody>
          <a:bodyPr/>
          <a:lstStyle/>
          <a:p>
            <a:r>
              <a:rPr lang="fr-CA"/>
              <a:t>Cliquez sur l'icône pour ajouter une image</a:t>
            </a:r>
            <a:endParaRPr lang="fr-FR" dirty="0"/>
          </a:p>
        </p:txBody>
      </p:sp>
      <p:sp>
        <p:nvSpPr>
          <p:cNvPr id="10" name="Espace réservé de l’image 15">
            <a:extLst>
              <a:ext uri="{FF2B5EF4-FFF2-40B4-BE49-F238E27FC236}">
                <a16:creationId xmlns:a16="http://schemas.microsoft.com/office/drawing/2014/main" id="{F974A666-B062-D640-81E4-684D6C446B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61" y="2671886"/>
            <a:ext cx="1779364" cy="1546415"/>
          </a:xfrm>
          <a:noFill/>
        </p:spPr>
        <p:txBody>
          <a:bodyPr/>
          <a:lstStyle/>
          <a:p>
            <a:r>
              <a:rPr lang="fr-CA"/>
              <a:t>Cliquez sur l'icône pour ajouter une image</a:t>
            </a:r>
            <a:endParaRPr lang="fr-FR" dirty="0"/>
          </a:p>
        </p:txBody>
      </p:sp>
      <p:sp>
        <p:nvSpPr>
          <p:cNvPr id="11" name="Espace réservé de l’image 13">
            <a:extLst>
              <a:ext uri="{FF2B5EF4-FFF2-40B4-BE49-F238E27FC236}">
                <a16:creationId xmlns:a16="http://schemas.microsoft.com/office/drawing/2014/main" id="{06EC5FAE-DC26-2946-B49E-4B9AA2163F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35962" y="3751931"/>
            <a:ext cx="3072341" cy="2223419"/>
          </a:xfrm>
          <a:noFill/>
        </p:spPr>
        <p:txBody>
          <a:bodyPr/>
          <a:lstStyle/>
          <a:p>
            <a:r>
              <a:rPr lang="fr-CA"/>
              <a:t>Cliquez sur l'icône pour ajouter une image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9C23E61-744B-0644-8B11-3FE08B60FED1}"/>
              </a:ext>
            </a:extLst>
          </p:cNvPr>
          <p:cNvSpPr txBox="1"/>
          <p:nvPr/>
        </p:nvSpPr>
        <p:spPr>
          <a:xfrm>
            <a:off x="239349" y="6339063"/>
            <a:ext cx="4896115" cy="312843"/>
          </a:xfrm>
          <a:prstGeom prst="rect">
            <a:avLst/>
          </a:prstGeom>
          <a:noFill/>
        </p:spPr>
        <p:txBody>
          <a:bodyPr wrap="square" lIns="0" rIns="0" bIns="0" rtlCol="0" anchor="b" anchorCtr="0">
            <a:spAutoFit/>
          </a:bodyPr>
          <a:lstStyle/>
          <a:p>
            <a:pPr algn="l"/>
            <a:r>
              <a:rPr lang="fr-FR" sz="1733" dirty="0">
                <a:solidFill>
                  <a:schemeClr val="bg2"/>
                </a:solidFill>
                <a:latin typeface="Arial Narrow" charset="0"/>
                <a:ea typeface="Arial Narrow" charset="0"/>
                <a:cs typeface="Arial Narrow" charset="0"/>
              </a:rPr>
              <a:t>GEI890-GEI895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AA7759D-75D1-9D87-766C-762E9FD7D1A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4078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e l’image 13">
            <a:extLst>
              <a:ext uri="{FF2B5EF4-FFF2-40B4-BE49-F238E27FC236}">
                <a16:creationId xmlns:a16="http://schemas.microsoft.com/office/drawing/2014/main" id="{06EC5FAE-DC26-2946-B49E-4B9AA2163FD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fr-CA"/>
              <a:t>Cliquez sur l'icône pour ajouter une image</a:t>
            </a:r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335360" y="6021288"/>
            <a:ext cx="2304256" cy="579518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algn="l"/>
            <a: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NOM DE</a:t>
            </a:r>
            <a:b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</a:br>
            <a: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LA FACULTÉ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25C298-0721-F847-BAFC-1EFC2F373F6D}"/>
              </a:ext>
            </a:extLst>
          </p:cNvPr>
          <p:cNvSpPr/>
          <p:nvPr/>
        </p:nvSpPr>
        <p:spPr bwMode="auto">
          <a:xfrm>
            <a:off x="10032437" y="6021288"/>
            <a:ext cx="2016224" cy="672075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" y="2888940"/>
            <a:ext cx="12191999" cy="1080120"/>
          </a:xfrm>
        </p:spPr>
        <p:txBody>
          <a:bodyPr anchor="ctr" anchorCtr="0"/>
          <a:lstStyle>
            <a:lvl1pPr algn="ctr">
              <a:defRPr sz="5333" b="1" i="0">
                <a:solidFill>
                  <a:srgbClr val="FFFFFF"/>
                </a:solidFill>
                <a:latin typeface="Arial Narrow"/>
                <a:cs typeface="Arial Narrow"/>
              </a:defRPr>
            </a:lvl1pPr>
          </a:lstStyle>
          <a:p>
            <a:pPr lvl="0"/>
            <a:r>
              <a:rPr lang="fr-CA" noProof="0"/>
              <a:t>Modifier le style du titre</a:t>
            </a:r>
            <a:endParaRPr lang="fr-FR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FF94ECD-EB55-1AD9-E386-63A465A7539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634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Tex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711A052E-39FD-D748-8BD2-0F8C49CC43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EB1F931D-EF30-3C46-AC7E-A2FC3396CB5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103447" y="2888940"/>
            <a:ext cx="9985109" cy="1080120"/>
          </a:xfrm>
        </p:spPr>
        <p:txBody>
          <a:bodyPr anchor="ctr" anchorCtr="0"/>
          <a:lstStyle>
            <a:lvl1pPr algn="ctr">
              <a:defRPr sz="5333" b="1" i="0">
                <a:solidFill>
                  <a:srgbClr val="FFFFFF"/>
                </a:solidFill>
                <a:latin typeface="Arial Narrow"/>
                <a:cs typeface="Arial Narrow"/>
              </a:defRPr>
            </a:lvl1pPr>
          </a:lstStyle>
          <a:p>
            <a:pPr lvl="0"/>
            <a:r>
              <a:rPr lang="fr-CA" noProof="0"/>
              <a:t>Modifier le style du titre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02729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Tex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711A052E-39FD-D748-8BD2-0F8C49CC43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D5DA325-F112-BF4E-8D08-A779F395D6D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655839" y="2888940"/>
            <a:ext cx="6432716" cy="1080120"/>
          </a:xfrm>
        </p:spPr>
        <p:txBody>
          <a:bodyPr anchor="ctr" anchorCtr="0"/>
          <a:lstStyle>
            <a:lvl1pPr algn="l">
              <a:defRPr sz="5333" b="1" i="0">
                <a:solidFill>
                  <a:schemeClr val="tx2"/>
                </a:solidFill>
                <a:latin typeface="Arial Narrow"/>
                <a:cs typeface="Arial Narrow"/>
              </a:defRPr>
            </a:lvl1pPr>
          </a:lstStyle>
          <a:p>
            <a:pPr lvl="0"/>
            <a:r>
              <a:rPr lang="fr-CA" noProof="0"/>
              <a:t>Modifier le style du titre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51962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auto">
          <a:xfrm>
            <a:off x="0" y="0"/>
            <a:ext cx="12192000" cy="83671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3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215680" y="740702"/>
            <a:ext cx="8544949" cy="2074269"/>
          </a:xfrm>
        </p:spPr>
        <p:txBody>
          <a:bodyPr/>
          <a:lstStyle>
            <a:lvl1pPr algn="l">
              <a:defRPr sz="5333" b="1" i="0">
                <a:solidFill>
                  <a:schemeClr val="tx2"/>
                </a:solidFill>
                <a:latin typeface="Arial Narrow"/>
                <a:cs typeface="Arial Narrow"/>
              </a:defRPr>
            </a:lvl1pPr>
          </a:lstStyle>
          <a:p>
            <a:pPr lvl="0"/>
            <a:r>
              <a:rPr lang="fr-CA" noProof="0"/>
              <a:t>Modifier le style du titre</a:t>
            </a:r>
            <a:endParaRPr lang="fr-FR" noProof="0" dirty="0"/>
          </a:p>
        </p:txBody>
      </p:sp>
      <p:sp>
        <p:nvSpPr>
          <p:cNvPr id="7" name="Espace réservé du texte 6"/>
          <p:cNvSpPr>
            <a:spLocks noGrp="1"/>
          </p:cNvSpPr>
          <p:nvPr>
            <p:ph type="body" sz="quarter" idx="11"/>
          </p:nvPr>
        </p:nvSpPr>
        <p:spPr>
          <a:xfrm>
            <a:off x="3215225" y="3068638"/>
            <a:ext cx="8544983" cy="720725"/>
          </a:xfrm>
        </p:spPr>
        <p:txBody>
          <a:bodyPr/>
          <a:lstStyle>
            <a:lvl1pPr marL="0" indent="0">
              <a:spcBef>
                <a:spcPts val="667"/>
              </a:spcBef>
              <a:buNone/>
              <a:defRPr sz="2400">
                <a:latin typeface="Arial Narrow" charset="0"/>
                <a:ea typeface="Arial Narrow" charset="0"/>
                <a:cs typeface="Arial Narrow" charset="0"/>
              </a:defRPr>
            </a:lvl1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335360" y="6021288"/>
            <a:ext cx="2304256" cy="579518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 algn="l"/>
            <a: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NOM DE</a:t>
            </a:r>
            <a:b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</a:br>
            <a: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LA FACULTÉ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64B5F9D-4995-D744-8E89-0E8851C4DE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2825749" cy="6858000"/>
          </a:xfrm>
          <a:prstGeom prst="rect">
            <a:avLst/>
          </a:prstGeom>
        </p:spPr>
      </p:pic>
      <p:sp>
        <p:nvSpPr>
          <p:cNvPr id="10" name="Espace réservé de l’image 13">
            <a:extLst>
              <a:ext uri="{FF2B5EF4-FFF2-40B4-BE49-F238E27FC236}">
                <a16:creationId xmlns:a16="http://schemas.microsoft.com/office/drawing/2014/main" id="{9BA42078-9637-5940-AD93-D4F935A2E17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" y="0"/>
            <a:ext cx="2825751" cy="2074269"/>
          </a:xfrm>
          <a:noFill/>
        </p:spPr>
        <p:txBody>
          <a:bodyPr/>
          <a:lstStyle/>
          <a:p>
            <a:r>
              <a:rPr lang="fr-CA"/>
              <a:t>Cliquez sur l'icône pour ajouter une image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8F38AA4-658D-6C48-822D-83E9A44CBAE1}"/>
              </a:ext>
            </a:extLst>
          </p:cNvPr>
          <p:cNvSpPr txBox="1"/>
          <p:nvPr/>
        </p:nvSpPr>
        <p:spPr>
          <a:xfrm>
            <a:off x="239349" y="6072388"/>
            <a:ext cx="2400267" cy="579518"/>
          </a:xfrm>
          <a:prstGeom prst="rect">
            <a:avLst/>
          </a:prstGeom>
          <a:noFill/>
        </p:spPr>
        <p:txBody>
          <a:bodyPr wrap="square" lIns="0" rIns="0" bIns="0" rtlCol="0" anchor="b" anchorCtr="0">
            <a:spAutoFit/>
          </a:bodyPr>
          <a:lstStyle/>
          <a:p>
            <a:pPr algn="l"/>
            <a: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NOM DE L’UNITÉ (à changer dans le masque)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005B221-D236-5474-1F10-EE21AAC3DC5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684283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avec pu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 dirty="0"/>
          </a:p>
        </p:txBody>
      </p:sp>
      <p:sp>
        <p:nvSpPr>
          <p:cNvPr id="6" name="Espace réservé du texte 1"/>
          <p:cNvSpPr>
            <a:spLocks noGrp="1"/>
          </p:cNvSpPr>
          <p:nvPr>
            <p:ph idx="1"/>
          </p:nvPr>
        </p:nvSpPr>
        <p:spPr>
          <a:xfrm>
            <a:off x="623392" y="1610290"/>
            <a:ext cx="11232819" cy="4314988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  <a:endParaRPr lang="fr-FR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11ED993-16A9-5127-6CCB-328D0C8E0A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229036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 dirty="0"/>
          </a:p>
        </p:txBody>
      </p:sp>
      <p:sp>
        <p:nvSpPr>
          <p:cNvPr id="6" name="Espace réservé du texte 1"/>
          <p:cNvSpPr>
            <a:spLocks noGrp="1"/>
          </p:cNvSpPr>
          <p:nvPr>
            <p:ph idx="1"/>
          </p:nvPr>
        </p:nvSpPr>
        <p:spPr>
          <a:xfrm>
            <a:off x="623392" y="1610290"/>
            <a:ext cx="11232819" cy="4314988"/>
          </a:xfrm>
          <a:prstGeom prst="rect">
            <a:avLst/>
          </a:prstGeo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  <a:endParaRPr lang="fr-FR" noProof="0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A239B4C-3F8E-FB2C-4A7C-A615B87A81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662936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avec puce e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 dirty="0"/>
          </a:p>
        </p:txBody>
      </p:sp>
      <p:sp>
        <p:nvSpPr>
          <p:cNvPr id="6" name="Espace réservé du texte 1"/>
          <p:cNvSpPr>
            <a:spLocks noGrp="1"/>
          </p:cNvSpPr>
          <p:nvPr>
            <p:ph idx="1"/>
          </p:nvPr>
        </p:nvSpPr>
        <p:spPr>
          <a:xfrm>
            <a:off x="623392" y="1610290"/>
            <a:ext cx="9313035" cy="4314988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  <a:endParaRPr lang="fr-FR" noProof="0" dirty="0"/>
          </a:p>
        </p:txBody>
      </p:sp>
      <p:sp>
        <p:nvSpPr>
          <p:cNvPr id="4" name="Espace réservé de l’image 15">
            <a:extLst>
              <a:ext uri="{FF2B5EF4-FFF2-40B4-BE49-F238E27FC236}">
                <a16:creationId xmlns:a16="http://schemas.microsoft.com/office/drawing/2014/main" id="{5E4BDB22-F543-1B45-9776-CCBD5AA0BF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224459" y="1610290"/>
            <a:ext cx="1967541" cy="1434668"/>
          </a:xfrm>
          <a:noFill/>
        </p:spPr>
        <p:txBody>
          <a:bodyPr/>
          <a:lstStyle/>
          <a:p>
            <a:r>
              <a:rPr lang="fr-CA"/>
              <a:t>Cliquez sur l'icône pour ajouter une image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DA7FFBD-5531-7721-5DA6-16CE07893A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962096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 avec puce et encad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Modifier le style du titre</a:t>
            </a:r>
            <a:endParaRPr lang="fr-FR"/>
          </a:p>
        </p:txBody>
      </p:sp>
      <p:sp>
        <p:nvSpPr>
          <p:cNvPr id="6" name="Espace réservé du texte 1"/>
          <p:cNvSpPr>
            <a:spLocks noGrp="1"/>
          </p:cNvSpPr>
          <p:nvPr>
            <p:ph idx="1"/>
          </p:nvPr>
        </p:nvSpPr>
        <p:spPr>
          <a:xfrm>
            <a:off x="623392" y="1608237"/>
            <a:ext cx="7488832" cy="4317040"/>
          </a:xfrm>
          <a:prstGeom prst="rect">
            <a:avLst/>
          </a:prstGeom>
        </p:spPr>
        <p:txBody>
          <a:bodyPr rtlCol="0">
            <a:noAutofit/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  <a:endParaRPr lang="fr-FR" noProof="0" dirty="0"/>
          </a:p>
        </p:txBody>
      </p:sp>
      <p:sp>
        <p:nvSpPr>
          <p:cNvPr id="12" name="Espace réservé du contenu 2"/>
          <p:cNvSpPr>
            <a:spLocks noGrp="1"/>
          </p:cNvSpPr>
          <p:nvPr>
            <p:ph idx="10"/>
          </p:nvPr>
        </p:nvSpPr>
        <p:spPr>
          <a:xfrm>
            <a:off x="8742989" y="1895595"/>
            <a:ext cx="2825619" cy="1611487"/>
          </a:xfrm>
        </p:spPr>
        <p:txBody>
          <a:bodyPr>
            <a:noAutofit/>
          </a:bodyPr>
          <a:lstStyle>
            <a:lvl1pPr marL="0" indent="0">
              <a:spcBef>
                <a:spcPts val="1067"/>
              </a:spcBef>
              <a:buNone/>
              <a:defRPr sz="2933">
                <a:solidFill>
                  <a:schemeClr val="tx1"/>
                </a:solidFill>
              </a:defRPr>
            </a:lvl1pPr>
          </a:lstStyle>
          <a:p>
            <a:pPr lvl="0"/>
            <a:r>
              <a:rPr lang="fr-CA"/>
              <a:t>Cliquez pour modifier les styles du texte du masque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738814-F37C-7DE1-8AB1-1C624AA6AF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795851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23392" y="850720"/>
            <a:ext cx="11329259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et modifiez le titre</a:t>
            </a:r>
          </a:p>
        </p:txBody>
      </p:sp>
      <p:sp>
        <p:nvSpPr>
          <p:cNvPr id="1028" name="Espace réservé du texte 1"/>
          <p:cNvSpPr>
            <a:spLocks noGrp="1"/>
          </p:cNvSpPr>
          <p:nvPr>
            <p:ph type="body" idx="1"/>
          </p:nvPr>
        </p:nvSpPr>
        <p:spPr bwMode="auto">
          <a:xfrm>
            <a:off x="623392" y="1610290"/>
            <a:ext cx="11329259" cy="431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6960096" y="190897"/>
            <a:ext cx="4896115" cy="35900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NOM DE LA FACULTÉ</a:t>
            </a:r>
            <a:r>
              <a:rPr lang="fr-FR" sz="1733" baseline="0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 ICI</a:t>
            </a:r>
            <a:endParaRPr lang="fr-FR" sz="1733" dirty="0">
              <a:solidFill>
                <a:srgbClr val="FFFFFF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F7562BE-E2F0-F749-B216-CBBC35892616}"/>
              </a:ext>
            </a:extLst>
          </p:cNvPr>
          <p:cNvSpPr txBox="1"/>
          <p:nvPr/>
        </p:nvSpPr>
        <p:spPr>
          <a:xfrm>
            <a:off x="6960096" y="190897"/>
            <a:ext cx="4896115" cy="35900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NOM DE LA FACULTÉ</a:t>
            </a:r>
            <a:r>
              <a:rPr lang="fr-FR" sz="1733" baseline="0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 ICI</a:t>
            </a:r>
            <a:endParaRPr lang="fr-FR" sz="1733" dirty="0">
              <a:solidFill>
                <a:srgbClr val="FFFFFF"/>
              </a:solidFill>
              <a:latin typeface="Arial Narrow" charset="0"/>
              <a:ea typeface="Arial Narrow" charset="0"/>
              <a:cs typeface="Arial Narrow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9FCA06AE-901C-FF4C-83AF-128695F04997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224459" y="6210249"/>
            <a:ext cx="1760757" cy="40447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378AC47-50F7-FB49-B5A2-3EE46B51E6F4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6" y="1"/>
            <a:ext cx="12191985" cy="603249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36C1189-1A59-A349-8FCB-908BB977186C}"/>
              </a:ext>
            </a:extLst>
          </p:cNvPr>
          <p:cNvSpPr txBox="1"/>
          <p:nvPr/>
        </p:nvSpPr>
        <p:spPr>
          <a:xfrm>
            <a:off x="7824192" y="235837"/>
            <a:ext cx="4128459" cy="312843"/>
          </a:xfrm>
          <a:prstGeom prst="rect">
            <a:avLst/>
          </a:prstGeom>
          <a:noFill/>
        </p:spPr>
        <p:txBody>
          <a:bodyPr wrap="square" lIns="0" rIns="0" bIns="0" rtlCol="0" anchor="b" anchorCtr="0">
            <a:spAutoFit/>
          </a:bodyPr>
          <a:lstStyle/>
          <a:p>
            <a:pPr algn="r"/>
            <a:r>
              <a:rPr lang="fr-FR" sz="1733" dirty="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rPr>
              <a:t>GEI890-GEI895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4FF1E56-0853-A9FD-CC68-C74786D75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86886" y="6317913"/>
            <a:ext cx="6182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8E2434-2E4F-4CA6-AD8F-EC6088967E7D}" type="slidenum">
              <a:rPr lang="fr-CA" smtClean="0"/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12133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67" b="1" cap="all">
          <a:solidFill>
            <a:schemeClr val="tx2"/>
          </a:solidFill>
          <a:latin typeface="Arial Narrow"/>
          <a:ea typeface="+mj-ea"/>
          <a:cs typeface="Arial Narrow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733" b="1">
          <a:solidFill>
            <a:srgbClr val="000000"/>
          </a:solidFill>
          <a:latin typeface="Arial Narrow" charset="0"/>
          <a:ea typeface="ＭＳ Ｐゴシック" charset="0"/>
          <a:cs typeface="Arial Narrow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733" b="1">
          <a:solidFill>
            <a:srgbClr val="000000"/>
          </a:solidFill>
          <a:latin typeface="Arial Narrow" charset="0"/>
          <a:ea typeface="ＭＳ Ｐゴシック" charset="0"/>
          <a:cs typeface="Arial Narrow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733" b="1">
          <a:solidFill>
            <a:srgbClr val="000000"/>
          </a:solidFill>
          <a:latin typeface="Arial Narrow" charset="0"/>
          <a:ea typeface="ＭＳ Ｐゴシック" charset="0"/>
          <a:cs typeface="Arial Narrow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733" b="1">
          <a:solidFill>
            <a:srgbClr val="000000"/>
          </a:solidFill>
          <a:latin typeface="Arial Narrow" charset="0"/>
          <a:ea typeface="ＭＳ Ｐゴシック" charset="0"/>
          <a:cs typeface="Arial Narrow" charset="0"/>
        </a:defRPr>
      </a:lvl5pPr>
      <a:lvl6pPr marL="609570" algn="ctr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004925"/>
          </a:solidFill>
          <a:latin typeface="Arial" charset="0"/>
          <a:ea typeface="ＭＳ Ｐゴシック" charset="0"/>
          <a:cs typeface="ＭＳ Ｐゴシック" charset="0"/>
        </a:defRPr>
      </a:lvl6pPr>
      <a:lvl7pPr marL="1219139" algn="ctr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004925"/>
          </a:solidFill>
          <a:latin typeface="Arial" charset="0"/>
          <a:ea typeface="ＭＳ Ｐゴシック" charset="0"/>
          <a:cs typeface="ＭＳ Ｐゴシック" charset="0"/>
        </a:defRPr>
      </a:lvl7pPr>
      <a:lvl8pPr marL="1828709" algn="ctr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004925"/>
          </a:solidFill>
          <a:latin typeface="Arial" charset="0"/>
          <a:ea typeface="ＭＳ Ｐゴシック" charset="0"/>
          <a:cs typeface="ＭＳ Ｐゴシック" charset="0"/>
        </a:defRPr>
      </a:lvl8pPr>
      <a:lvl9pPr marL="2438278" algn="ctr" rtl="0" eaLnBrk="1" fontAlgn="base" hangingPunct="1">
        <a:spcBef>
          <a:spcPct val="0"/>
        </a:spcBef>
        <a:spcAft>
          <a:spcPct val="0"/>
        </a:spcAft>
        <a:defRPr sz="5333" b="1">
          <a:solidFill>
            <a:srgbClr val="004925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marL="304784" indent="-304784" algn="l" rtl="0" eaLnBrk="1" fontAlgn="base" hangingPunct="1">
        <a:spcBef>
          <a:spcPts val="1333"/>
        </a:spcBef>
        <a:spcAft>
          <a:spcPct val="0"/>
        </a:spcAft>
        <a:buClr>
          <a:srgbClr val="00B050"/>
        </a:buClr>
        <a:buChar char="•"/>
        <a:defRPr sz="3333">
          <a:solidFill>
            <a:schemeClr val="tx1"/>
          </a:solidFill>
          <a:latin typeface="+mn-lt"/>
          <a:ea typeface="+mn-ea"/>
          <a:cs typeface="+mn-cs"/>
        </a:defRPr>
      </a:lvl1pPr>
      <a:lvl2pPr marL="668834" indent="-364050" algn="l" rtl="0" eaLnBrk="1" fontAlgn="base" hangingPunct="1">
        <a:spcBef>
          <a:spcPts val="533"/>
        </a:spcBef>
        <a:spcAft>
          <a:spcPct val="0"/>
        </a:spcAft>
        <a:buFont typeface="Lucida Grande" charset="0"/>
        <a:buChar char="-"/>
        <a:defRPr sz="3333">
          <a:solidFill>
            <a:schemeClr val="tx1"/>
          </a:solidFill>
          <a:latin typeface="+mn-lt"/>
          <a:ea typeface="+mn-ea"/>
        </a:defRPr>
      </a:lvl2pPr>
      <a:lvl3pPr marL="914354" indent="-243405" algn="l" rtl="0" eaLnBrk="1" fontAlgn="base" hangingPunct="1">
        <a:spcBef>
          <a:spcPts val="533"/>
        </a:spcBef>
        <a:spcAft>
          <a:spcPct val="0"/>
        </a:spcAft>
        <a:buFont typeface="Wingdings" charset="2"/>
        <a:buChar char="§"/>
        <a:defRPr sz="2933">
          <a:solidFill>
            <a:schemeClr val="tx1"/>
          </a:solidFill>
          <a:latin typeface="+mn-lt"/>
          <a:ea typeface="ヒラギノ角ゴ Pro W3" charset="-128"/>
          <a:cs typeface="ヒラギノ角ゴ Pro W3" charset="-128"/>
        </a:defRPr>
      </a:lvl3pPr>
      <a:lvl4pPr marL="1219139" indent="-266687" algn="l" rtl="0" eaLnBrk="1" fontAlgn="base" hangingPunct="1">
        <a:spcBef>
          <a:spcPts val="533"/>
        </a:spcBef>
        <a:spcAft>
          <a:spcPct val="0"/>
        </a:spcAft>
        <a:buSzPct val="65000"/>
        <a:buFont typeface="Wingdings" charset="2"/>
        <a:buChar char="v"/>
        <a:defRPr sz="2933">
          <a:solidFill>
            <a:schemeClr val="tx1"/>
          </a:solidFill>
          <a:latin typeface="+mn-lt"/>
          <a:ea typeface="ヒラギノ角ゴ Pro W3" charset="-128"/>
        </a:defRPr>
      </a:lvl4pPr>
      <a:lvl5pPr marL="1523923" indent="-266687" algn="l" rtl="0" eaLnBrk="1" fontAlgn="base" hangingPunct="1">
        <a:spcBef>
          <a:spcPts val="533"/>
        </a:spcBef>
        <a:spcAft>
          <a:spcPct val="0"/>
        </a:spcAft>
        <a:buChar char="»"/>
        <a:defRPr sz="2933">
          <a:solidFill>
            <a:schemeClr val="tx1"/>
          </a:solidFill>
          <a:latin typeface="+mn-lt"/>
          <a:ea typeface="ヒラギノ角ゴ Pro W3" charset="-128"/>
        </a:defRPr>
      </a:lvl5pPr>
      <a:lvl6pPr marL="3352632" indent="-304784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6pPr>
      <a:lvl7pPr marL="3962202" indent="-304784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7pPr>
      <a:lvl8pPr marL="4571771" indent="-304784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8pPr>
      <a:lvl9pPr marL="5181341" indent="-304784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3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E0D840-D026-A264-06C4-CA3D299323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Défense Orale App1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88953F-1F0F-A002-B486-8ADBCBB134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351124" y="2939788"/>
            <a:ext cx="6912795" cy="1449320"/>
          </a:xfrm>
        </p:spPr>
        <p:txBody>
          <a:bodyPr/>
          <a:lstStyle/>
          <a:p>
            <a:r>
              <a:rPr lang="fr-CA" sz="1800" dirty="0"/>
              <a:t>Raphael Bouchard – bour0703</a:t>
            </a:r>
          </a:p>
          <a:p>
            <a:r>
              <a:rPr lang="fr-CA" sz="1800" dirty="0" err="1"/>
              <a:t>Zachari</a:t>
            </a:r>
            <a:r>
              <a:rPr lang="fr-CA" sz="1800" dirty="0"/>
              <a:t> Gervais - </a:t>
            </a:r>
            <a:r>
              <a:rPr lang="fr-CA" sz="1800" dirty="0" err="1"/>
              <a:t>gerz</a:t>
            </a:r>
            <a:endParaRPr lang="fr-CA" sz="1800" dirty="0"/>
          </a:p>
          <a:p>
            <a:r>
              <a:rPr lang="fr-CA" sz="1800" dirty="0"/>
              <a:t>Alexis Guérard – guea0902</a:t>
            </a:r>
          </a:p>
          <a:p>
            <a:r>
              <a:rPr lang="fr-CA" sz="1800" dirty="0"/>
              <a:t>Gabriel </a:t>
            </a:r>
            <a:r>
              <a:rPr lang="fr-CA" sz="1800" dirty="0" err="1"/>
              <a:t>Lamontagne</a:t>
            </a:r>
            <a:r>
              <a:rPr lang="fr-CA" sz="1800" dirty="0"/>
              <a:t> - </a:t>
            </a:r>
            <a:r>
              <a:rPr lang="fr-CA" sz="1800" dirty="0" err="1"/>
              <a:t>lamg</a:t>
            </a:r>
            <a:endParaRPr lang="fr-CA" sz="1800" dirty="0"/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EB3D0D88-B81E-27DA-0D85-5BEF19C4BE65}"/>
              </a:ext>
            </a:extLst>
          </p:cNvPr>
          <p:cNvSpPr txBox="1">
            <a:spLocks/>
          </p:cNvSpPr>
          <p:nvPr/>
        </p:nvSpPr>
        <p:spPr bwMode="auto">
          <a:xfrm>
            <a:off x="2351124" y="2040653"/>
            <a:ext cx="6912795" cy="4282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667"/>
              </a:spcBef>
              <a:spcAft>
                <a:spcPct val="0"/>
              </a:spcAft>
              <a:buClr>
                <a:srgbClr val="00B050"/>
              </a:buClr>
              <a:buNone/>
              <a:defRPr sz="2400">
                <a:solidFill>
                  <a:srgbClr val="FFFFFF"/>
                </a:solidFill>
                <a:latin typeface="Arial Narrow" charset="0"/>
                <a:ea typeface="Arial Narrow" charset="0"/>
                <a:cs typeface="Arial Narrow" charset="0"/>
              </a:defRPr>
            </a:lvl1pPr>
            <a:lvl2pPr marL="668834" indent="-364050" algn="l" rtl="0" eaLnBrk="1" fontAlgn="base" hangingPunct="1">
              <a:spcBef>
                <a:spcPts val="533"/>
              </a:spcBef>
              <a:spcAft>
                <a:spcPct val="0"/>
              </a:spcAft>
              <a:buFont typeface="Lucida Grande" charset="0"/>
              <a:buChar char="-"/>
              <a:defRPr sz="3333">
                <a:solidFill>
                  <a:schemeClr val="tx1"/>
                </a:solidFill>
                <a:latin typeface="+mn-lt"/>
                <a:ea typeface="+mn-ea"/>
              </a:defRPr>
            </a:lvl2pPr>
            <a:lvl3pPr marL="914354" indent="-243405" algn="l" rtl="0" eaLnBrk="1" fontAlgn="base" hangingPunct="1">
              <a:spcBef>
                <a:spcPts val="533"/>
              </a:spcBef>
              <a:spcAft>
                <a:spcPct val="0"/>
              </a:spcAft>
              <a:buFont typeface="Wingdings" charset="2"/>
              <a:buChar char="§"/>
              <a:defRPr sz="2933">
                <a:solidFill>
                  <a:schemeClr val="tx1"/>
                </a:solidFill>
                <a:latin typeface="+mn-lt"/>
                <a:ea typeface="ヒラギノ角ゴ Pro W3" charset="-128"/>
                <a:cs typeface="ヒラギノ角ゴ Pro W3" charset="-128"/>
              </a:defRPr>
            </a:lvl3pPr>
            <a:lvl4pPr marL="1219139" indent="-266687" algn="l" rtl="0" eaLnBrk="1" fontAlgn="base" hangingPunct="1">
              <a:spcBef>
                <a:spcPts val="533"/>
              </a:spcBef>
              <a:spcAft>
                <a:spcPct val="0"/>
              </a:spcAft>
              <a:buSzPct val="65000"/>
              <a:buFont typeface="Wingdings" charset="2"/>
              <a:buChar char="v"/>
              <a:defRPr sz="2933">
                <a:solidFill>
                  <a:schemeClr val="tx1"/>
                </a:solidFill>
                <a:latin typeface="+mn-lt"/>
                <a:ea typeface="ヒラギノ角ゴ Pro W3" charset="-128"/>
              </a:defRPr>
            </a:lvl4pPr>
            <a:lvl5pPr marL="1523923" indent="-266687" algn="l" rtl="0" eaLnBrk="1" fontAlgn="base" hangingPunct="1">
              <a:spcBef>
                <a:spcPts val="533"/>
              </a:spcBef>
              <a:spcAft>
                <a:spcPct val="0"/>
              </a:spcAft>
              <a:buChar char="»"/>
              <a:defRPr sz="2933">
                <a:solidFill>
                  <a:schemeClr val="tx1"/>
                </a:solidFill>
                <a:latin typeface="+mn-lt"/>
                <a:ea typeface="ヒラギノ角ゴ Pro W3" charset="-128"/>
              </a:defRPr>
            </a:lvl5pPr>
            <a:lvl6pPr marL="3352632" indent="-30478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667">
                <a:solidFill>
                  <a:schemeClr val="tx1"/>
                </a:solidFill>
                <a:latin typeface="+mn-lt"/>
                <a:ea typeface="+mn-ea"/>
              </a:defRPr>
            </a:lvl6pPr>
            <a:lvl7pPr marL="3962202" indent="-30478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667">
                <a:solidFill>
                  <a:schemeClr val="tx1"/>
                </a:solidFill>
                <a:latin typeface="+mn-lt"/>
                <a:ea typeface="+mn-ea"/>
              </a:defRPr>
            </a:lvl7pPr>
            <a:lvl8pPr marL="4571771" indent="-30478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667">
                <a:solidFill>
                  <a:schemeClr val="tx1"/>
                </a:solidFill>
                <a:latin typeface="+mn-lt"/>
                <a:ea typeface="+mn-ea"/>
              </a:defRPr>
            </a:lvl8pPr>
            <a:lvl9pPr marL="5181341" indent="-30478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667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fr-CA" kern="0" dirty="0"/>
              <a:t>Intelligence artificielle – Planification et optimisation</a:t>
            </a:r>
          </a:p>
        </p:txBody>
      </p:sp>
    </p:spTree>
    <p:extLst>
      <p:ext uri="{BB962C8B-B14F-4D97-AF65-F5344CB8AC3E}">
        <p14:creationId xmlns:p14="http://schemas.microsoft.com/office/powerpoint/2010/main" val="241055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C6BA87-6ED5-39BD-DEC5-DD3784FE7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Schéma-bloc du système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967D91-950F-3C91-D5B1-3ECA30853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DF57D5-E1CB-DB80-76B1-56CEF8B414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2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88021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FDB098-2908-4FF5-FC0B-9B97DB7F1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Système expert (LPO)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4382EA-F756-6538-AC65-A957AE7BB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200FF2-5DC2-01F3-626B-5F26BA6F4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3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16675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4C8CD5-EF2C-A2FC-851F-703623698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Planificateur (A*)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A0ED0D-9527-3433-51F1-8AAAD3A83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75D59B-D831-7598-129C-6BC3AEF71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4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812395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9A975-90FA-782A-FA59-3B03D37F0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Algorithme Génétique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8CD875-2C25-CBFF-44E9-CBF444437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6F92013-9B6B-DC23-37EE-4D52284467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5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8584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703859-6607-3441-7D9F-637F19E66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Logique floue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76E5D2-15B1-8626-7FAB-BDD604D38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654C58-85CD-3D1F-F361-5B5A6A97D3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6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2604892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1EFDDA-0466-A773-5F66-CD6971085A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Démonstration</a:t>
            </a:r>
          </a:p>
        </p:txBody>
      </p:sp>
    </p:spTree>
    <p:extLst>
      <p:ext uri="{BB962C8B-B14F-4D97-AF65-F5344CB8AC3E}">
        <p14:creationId xmlns:p14="http://schemas.microsoft.com/office/powerpoint/2010/main" val="346058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7A2CBE-E4B9-85C4-FD38-BC234EF7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Conclusion et recommandations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0D0957-219A-8219-6B80-95D48D76D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fr-CA" dirty="0"/>
              <a:t>Difficulté des labyrinthes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6D765C5-2B54-81A7-A1E5-C83669A012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8E2434-2E4F-4CA6-AD8F-EC6088967E7D}" type="slidenum">
              <a:rPr lang="fr-CA" smtClean="0"/>
              <a:t>8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129373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66B8D-2793-43FC-354A-F641F663F9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Question</a:t>
            </a:r>
          </a:p>
        </p:txBody>
      </p:sp>
    </p:spTree>
    <p:extLst>
      <p:ext uri="{BB962C8B-B14F-4D97-AF65-F5344CB8AC3E}">
        <p14:creationId xmlns:p14="http://schemas.microsoft.com/office/powerpoint/2010/main" val="28930939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1">
  <a:themeElements>
    <a:clrScheme name="ThemeUdeS_2021">
      <a:dk1>
        <a:srgbClr val="000000"/>
      </a:dk1>
      <a:lt1>
        <a:srgbClr val="00A955"/>
      </a:lt1>
      <a:dk2>
        <a:srgbClr val="48695C"/>
      </a:dk2>
      <a:lt2>
        <a:srgbClr val="447C59"/>
      </a:lt2>
      <a:accent1>
        <a:srgbClr val="3C8F58"/>
      </a:accent1>
      <a:accent2>
        <a:srgbClr val="59AD55"/>
      </a:accent2>
      <a:accent3>
        <a:srgbClr val="79B551"/>
      </a:accent3>
      <a:accent4>
        <a:srgbClr val="95C14E"/>
      </a:accent4>
      <a:accent5>
        <a:srgbClr val="717868"/>
      </a:accent5>
      <a:accent6>
        <a:srgbClr val="E5A938"/>
      </a:accent6>
      <a:hlink>
        <a:srgbClr val="1D1D1D"/>
      </a:hlink>
      <a:folHlink>
        <a:srgbClr val="9DAF8A"/>
      </a:folHlink>
    </a:clrScheme>
    <a:fontScheme name="pale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pa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l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l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l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l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al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l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l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l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l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l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al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ème1" id="{3A8CB6E2-9005-49DD-922A-7449167CE863}" vid="{9B630D3A-01D0-4E53-AA67-0FBFE5E1655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55</Words>
  <Application>Microsoft Office PowerPoint</Application>
  <PresentationFormat>Grand écran</PresentationFormat>
  <Paragraphs>21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Aptos</vt:lpstr>
      <vt:lpstr>Arial</vt:lpstr>
      <vt:lpstr>Arial Narrow</vt:lpstr>
      <vt:lpstr>Lucida Grande</vt:lpstr>
      <vt:lpstr>Wingdings</vt:lpstr>
      <vt:lpstr>Thème1</vt:lpstr>
      <vt:lpstr>Défense Orale App1</vt:lpstr>
      <vt:lpstr>Schéma-bloc du système</vt:lpstr>
      <vt:lpstr>Système expert (LPO)</vt:lpstr>
      <vt:lpstr>Planificateur (A*)</vt:lpstr>
      <vt:lpstr>Algorithme Génétique</vt:lpstr>
      <vt:lpstr>Logique floue</vt:lpstr>
      <vt:lpstr>Démonstration</vt:lpstr>
      <vt:lpstr>Conclusion et recommandations</vt:lpstr>
      <vt:lpstr>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Guérard</dc:creator>
  <cp:lastModifiedBy>Alexis Guérard</cp:lastModifiedBy>
  <cp:revision>1</cp:revision>
  <dcterms:created xsi:type="dcterms:W3CDTF">2026-01-25T14:43:05Z</dcterms:created>
  <dcterms:modified xsi:type="dcterms:W3CDTF">2026-01-25T17:01:14Z</dcterms:modified>
</cp:coreProperties>
</file>